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4FFFDF"/>
                </a:solidFill>
              </a:defRPr>
            </a:pPr>
            <a:r>
              <a:t>Launchpad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888888"/>
                </a:solidFill>
              </a:defRPr>
            </a:pPr>
            <a:r>
              <a:t>AI-Powered Event Operating System — 60-Second Conference Generation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FFFDF"/>
                </a:solidFill>
              </a:defRPr>
            </a:pPr>
            <a: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5F5F5"/>
                </a:solidFill>
              </a:defRPr>
            </a:pPr>
            <a:r>
              <a:t>• 6+ months to plan a conference — venue hunting, speaker outreach, schedule drafting</a:t>
            </a:r>
          </a:p>
          <a:p>
            <a:pPr>
              <a:spcAft>
                <a:spcPts val="800"/>
              </a:spcAft>
              <a:defRPr sz="1800">
                <a:solidFill>
                  <a:srgbClr val="F5F5F5"/>
                </a:solidFill>
              </a:defRPr>
            </a:pPr>
            <a:r>
              <a:t>• $50K–150K coordination costs for mid-size events</a:t>
            </a:r>
          </a:p>
          <a:p>
            <a:pPr>
              <a:spcAft>
                <a:spcPts val="800"/>
              </a:spcAft>
              <a:defRPr sz="1800">
                <a:solidFill>
                  <a:srgbClr val="F5F5F5"/>
                </a:solidFill>
              </a:defRPr>
            </a:pPr>
            <a:r>
              <a:t>• 95% of event professionals expect increased AI adoption (Bizzabo 2026)</a:t>
            </a:r>
          </a:p>
          <a:p>
            <a:pPr>
              <a:spcAft>
                <a:spcPts val="800"/>
              </a:spcAft>
              <a:defRPr sz="1800">
                <a:solidFill>
                  <a:srgbClr val="F5F5F5"/>
                </a:solidFill>
              </a:defRPr>
            </a:pPr>
            <a:r>
              <a:t>• Bottleneck: coordination, not ideas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FFFDF"/>
                </a:solidFill>
              </a:defRPr>
            </a:pPr>
            <a:r>
              <a:t>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5F5F5"/>
                </a:solidFill>
              </a:defRPr>
            </a:pPr>
            <a:r>
              <a:t>• 60 seconds: topic, city, date → full conference page</a:t>
            </a:r>
          </a:p>
          <a:p>
            <a:pPr>
              <a:spcAft>
                <a:spcPts val="800"/>
              </a:spcAft>
              <a:defRPr sz="1800">
                <a:solidFill>
                  <a:srgbClr val="F5F5F5"/>
                </a:solidFill>
              </a:defRPr>
            </a:pPr>
            <a:r>
              <a:t>• 5-agent parallel generation: Speaker, Venue, Schedule, Pricing, Branding</a:t>
            </a:r>
          </a:p>
          <a:p>
            <a:pPr>
              <a:spcAft>
                <a:spcPts val="800"/>
              </a:spcAft>
              <a:defRPr sz="1800">
                <a:solidFill>
                  <a:srgbClr val="F5F5F5"/>
                </a:solidFill>
              </a:defRPr>
            </a:pPr>
            <a:r>
              <a:t>• 6 AI bots promote events: Social Blitz, Community Infiltrator, Email Outreach, Partner Network, SEO &amp; Content, Retargeting</a:t>
            </a:r>
          </a:p>
          <a:p>
            <a:pPr>
              <a:spcAft>
                <a:spcPts val="800"/>
              </a:spcAft>
              <a:defRPr sz="1800">
                <a:solidFill>
                  <a:srgbClr val="F5F5F5"/>
                </a:solidFill>
              </a:defRPr>
            </a:pPr>
            <a:r>
              <a:t>• 34 pages, 11K+ lines, 11 APIs — production-ready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FFFDF"/>
                </a:solidFill>
              </a:defRPr>
            </a:pPr>
            <a:r>
              <a:t>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5F5F5"/>
                </a:solidFill>
              </a:defRPr>
            </a:pPr>
            <a:r>
              <a:t>• Event creation wizard: topic, city, date, capacity, budget, vibe</a:t>
            </a:r>
          </a:p>
          <a:p>
            <a:pPr>
              <a:spcAft>
                <a:spcPts val="800"/>
              </a:spcAft>
              <a:defRPr sz="1800">
                <a:solidFill>
                  <a:srgbClr val="F5F5F5"/>
                </a:solidFill>
              </a:defRPr>
            </a:pPr>
            <a:r>
              <a:t>• 6 demo events: AI Summit, Demo Conference, CyberNova, Startup Zaken, etc.</a:t>
            </a:r>
          </a:p>
          <a:p>
            <a:pPr>
              <a:spcAft>
                <a:spcPts val="800"/>
              </a:spcAft>
              <a:defRPr sz="1800">
                <a:solidFill>
                  <a:srgbClr val="F5F5F5"/>
                </a:solidFill>
              </a:defRPr>
            </a:pPr>
            <a:r>
              <a:t>• Ticket checkout (Stripe), sponsor inquiry, affiliate program</a:t>
            </a:r>
          </a:p>
          <a:p>
            <a:pPr>
              <a:spcAft>
                <a:spcPts val="800"/>
              </a:spcAft>
              <a:defRPr sz="1800">
                <a:solidFill>
                  <a:srgbClr val="F5F5F5"/>
                </a:solidFill>
              </a:defRPr>
            </a:pPr>
            <a:r>
              <a:t>• Accessibility: Dyslexia Mode, ADHD Focus, High Contrast, Reduced Motion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FFFDF"/>
                </a:solidFill>
              </a:defRPr>
            </a:pPr>
            <a:r>
              <a:t>Market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5F5F5"/>
                </a:solidFill>
              </a:defRPr>
            </a:pPr>
            <a:r>
              <a:t>• $2.1T global events industry by 2032 (Allied Market Research)</a:t>
            </a:r>
          </a:p>
          <a:p>
            <a:pPr>
              <a:spcAft>
                <a:spcPts val="800"/>
              </a:spcAft>
              <a:defRPr sz="1800">
                <a:solidFill>
                  <a:srgbClr val="F5F5F5"/>
                </a:solidFill>
              </a:defRPr>
            </a:pPr>
            <a:r>
              <a:t>• 6.4% CAGR growth</a:t>
            </a:r>
          </a:p>
          <a:p>
            <a:pPr>
              <a:spcAft>
                <a:spcPts val="800"/>
              </a:spcAft>
              <a:defRPr sz="1800">
                <a:solidFill>
                  <a:srgbClr val="F5F5F5"/>
                </a:solidFill>
              </a:defRPr>
            </a:pPr>
            <a:r>
              <a:t>• 54% of attendees prefer more in-person events post-pandemic (Eventgroove)</a:t>
            </a:r>
          </a:p>
          <a:p>
            <a:pPr>
              <a:spcAft>
                <a:spcPts val="800"/>
              </a:spcAft>
              <a:defRPr sz="1800">
                <a:solidFill>
                  <a:srgbClr val="F5F5F5"/>
                </a:solidFill>
              </a:defRPr>
            </a:pPr>
            <a:r>
              <a:t>• 95% of event professionals expect AI adoption (Bizzabo 2026)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FFFDF"/>
                </a:solidFill>
              </a:defRPr>
            </a:pPr>
            <a: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5F5F5"/>
                </a:solidFill>
              </a:defRPr>
            </a:pPr>
            <a:r>
              <a:t>• Free: 1 event, AI generation, shareable page</a:t>
            </a:r>
          </a:p>
          <a:p>
            <a:pPr>
              <a:spcAft>
                <a:spcPts val="800"/>
              </a:spcAft>
              <a:defRPr sz="1800">
                <a:solidFill>
                  <a:srgbClr val="F5F5F5"/>
                </a:solidFill>
              </a:defRPr>
            </a:pPr>
            <a:r>
              <a:t>• Pro ($29/mo): Unlimited events, custom branding, Supabase persistence</a:t>
            </a:r>
          </a:p>
          <a:p>
            <a:pPr>
              <a:spcAft>
                <a:spcPts val="800"/>
              </a:spcAft>
              <a:defRPr sz="1800">
                <a:solidFill>
                  <a:srgbClr val="F5F5F5"/>
                </a:solidFill>
              </a:defRPr>
            </a:pPr>
            <a:r>
              <a:t>• Agency: $29/mo, unlimited client events</a:t>
            </a:r>
          </a:p>
          <a:p>
            <a:pPr>
              <a:spcAft>
                <a:spcPts val="800"/>
              </a:spcAft>
              <a:defRPr sz="1800">
                <a:solidFill>
                  <a:srgbClr val="F5F5F5"/>
                </a:solidFill>
              </a:defRPr>
            </a:pPr>
            <a:r>
              <a:t>• Enterprise: Custom pricing, SSO, SLA, dedicated support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FFFDF"/>
                </a:solidFill>
              </a:defRPr>
            </a:pPr>
            <a:r>
              <a:t>Promotion Engine — 6 AI Street Bots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5F5F5"/>
                </a:solidFill>
              </a:defRPr>
            </a:pPr>
            <a:r>
              <a:t>• Social Blitz — Twitter, LinkedIn, Instagram posts</a:t>
            </a:r>
          </a:p>
          <a:p>
            <a:pPr>
              <a:spcAft>
                <a:spcPts val="800"/>
              </a:spcAft>
              <a:defRPr sz="1800">
                <a:solidFill>
                  <a:srgbClr val="F5F5F5"/>
                </a:solidFill>
              </a:defRPr>
            </a:pPr>
            <a:r>
              <a:t>• Community Infiltrator — Reddit, Discord, Slack</a:t>
            </a:r>
          </a:p>
          <a:p>
            <a:pPr>
              <a:spcAft>
                <a:spcPts val="800"/>
              </a:spcAft>
              <a:defRPr sz="1800">
                <a:solidFill>
                  <a:srgbClr val="F5F5F5"/>
                </a:solidFill>
              </a:defRPr>
            </a:pPr>
            <a:r>
              <a:t>• Email Outreach — targeted organizer lists</a:t>
            </a:r>
          </a:p>
          <a:p>
            <a:pPr>
              <a:spcAft>
                <a:spcPts val="800"/>
              </a:spcAft>
              <a:defRPr sz="1800">
                <a:solidFill>
                  <a:srgbClr val="F5F5F5"/>
                </a:solidFill>
              </a:defRPr>
            </a:pPr>
            <a:r>
              <a:t>• Partner Network — co-marketing, affiliates</a:t>
            </a:r>
          </a:p>
          <a:p>
            <a:pPr>
              <a:spcAft>
                <a:spcPts val="800"/>
              </a:spcAft>
              <a:defRPr sz="1800">
                <a:solidFill>
                  <a:srgbClr val="F5F5F5"/>
                </a:solidFill>
              </a:defRPr>
            </a:pPr>
            <a:r>
              <a:t>• SEO &amp; Content — blog, landing pages, backlinks</a:t>
            </a:r>
          </a:p>
          <a:p>
            <a:pPr>
              <a:spcAft>
                <a:spcPts val="800"/>
              </a:spcAft>
              <a:defRPr sz="1800">
                <a:solidFill>
                  <a:srgbClr val="F5F5F5"/>
                </a:solidFill>
              </a:defRPr>
            </a:pPr>
            <a:r>
              <a:t>• Retargeting — ads, remarketing campaigns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FFFDF"/>
                </a:solidFill>
              </a:defRPr>
            </a:pPr>
            <a:r>
              <a:t>Capital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5F5F5"/>
                </a:solidFill>
              </a:defRPr>
            </a:pPr>
            <a:r>
              <a:t>• $750K seed round</a:t>
            </a:r>
          </a:p>
          <a:p>
            <a:pPr>
              <a:spcAft>
                <a:spcPts val="800"/>
              </a:spcAft>
              <a:defRPr sz="1800">
                <a:solidFill>
                  <a:srgbClr val="F5F5F5"/>
                </a:solidFill>
              </a:defRPr>
            </a:pPr>
            <a:r>
              <a:t>• 18-month runway</a:t>
            </a:r>
          </a:p>
          <a:p>
            <a:pPr>
              <a:spcAft>
                <a:spcPts val="800"/>
              </a:spcAft>
              <a:defRPr sz="1800">
                <a:solidFill>
                  <a:srgbClr val="F5F5F5"/>
                </a:solidFill>
              </a:defRPr>
            </a:pPr>
            <a:r>
              <a:t>• Allocation: Engineering 40% | Growth 25% | AI Infra 20% | Ops 15%</a:t>
            </a:r>
          </a:p>
          <a:p>
            <a:pPr>
              <a:spcAft>
                <a:spcPts val="800"/>
              </a:spcAft>
              <a:defRPr sz="1800">
                <a:solidFill>
                  <a:srgbClr val="F5F5F5"/>
                </a:solidFill>
              </a:defRPr>
            </a:pPr>
            <a:r>
              <a:t>• Use of funds: team, AI infra, go-to-market, operations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FFFDF"/>
                </a:solidFill>
              </a:defRPr>
            </a:pPr>
            <a:r>
              <a:t>MRR Projections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5F5F5"/>
                </a:solidFill>
              </a:defRPr>
            </a:pPr>
            <a:r>
              <a:t>• Month 6: $5K MRR</a:t>
            </a:r>
          </a:p>
          <a:p>
            <a:pPr>
              <a:spcAft>
                <a:spcPts val="800"/>
              </a:spcAft>
              <a:defRPr sz="1800">
                <a:solidFill>
                  <a:srgbClr val="F5F5F5"/>
                </a:solidFill>
              </a:defRPr>
            </a:pPr>
            <a:r>
              <a:t>• Month 12: $50K MRR</a:t>
            </a:r>
          </a:p>
          <a:p>
            <a:pPr>
              <a:spcAft>
                <a:spcPts val="800"/>
              </a:spcAft>
              <a:defRPr sz="1800">
                <a:solidFill>
                  <a:srgbClr val="F5F5F5"/>
                </a:solidFill>
              </a:defRPr>
            </a:pPr>
            <a:r>
              <a:t>• Month 18: $150K MRR</a:t>
            </a:r>
          </a:p>
          <a:p>
            <a:pPr>
              <a:spcAft>
                <a:spcPts val="800"/>
              </a:spcAft>
              <a:defRPr sz="1800">
                <a:solidFill>
                  <a:srgbClr val="F5F5F5"/>
                </a:solidFill>
              </a:defRPr>
            </a:pPr>
            <a:r>
              <a:t>• Month 24: $250K MRR</a:t>
            </a:r>
          </a:p>
          <a:p>
            <a:pPr>
              <a:spcAft>
                <a:spcPts val="800"/>
              </a:spcAft>
              <a:defRPr sz="1800">
                <a:solidFill>
                  <a:srgbClr val="F5F5F5"/>
                </a:solidFill>
              </a:defRPr>
            </a:pPr>
            <a:r>
              <a:t>• Assumptions: 12% free-to-paid conversion, $29 Pro avg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FFFDF"/>
                </a:solidFill>
              </a:defRPr>
            </a:pPr>
            <a:r>
              <a:t>Milestones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5F5F5"/>
                </a:solidFill>
              </a:defRPr>
            </a:pPr>
            <a:r>
              <a:t>• Q1 2026: 100 paying customers</a:t>
            </a:r>
          </a:p>
          <a:p>
            <a:pPr>
              <a:spcAft>
                <a:spcPts val="800"/>
              </a:spcAft>
              <a:defRPr sz="1800">
                <a:solidFill>
                  <a:srgbClr val="F5F5F5"/>
                </a:solidFill>
              </a:defRPr>
            </a:pPr>
            <a:r>
              <a:t>• Q2 2026: Enterprise pilot (2–3 customers)</a:t>
            </a:r>
          </a:p>
          <a:p>
            <a:pPr>
              <a:spcAft>
                <a:spcPts val="800"/>
              </a:spcAft>
              <a:defRPr sz="1800">
                <a:solidFill>
                  <a:srgbClr val="F5F5F5"/>
                </a:solidFill>
              </a:defRPr>
            </a:pPr>
            <a:r>
              <a:t>• Q3 2026: $50K MRR, Series A prep</a:t>
            </a:r>
          </a:p>
          <a:p>
            <a:pPr>
              <a:spcAft>
                <a:spcPts val="800"/>
              </a:spcAft>
              <a:defRPr sz="1800">
                <a:solidFill>
                  <a:srgbClr val="F5F5F5"/>
                </a:solidFill>
              </a:defRPr>
            </a:pPr>
            <a:r>
              <a:t>• Q4 2026: API launch, integrations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FFFDF"/>
                </a:solidFill>
              </a:defRPr>
            </a:pPr>
            <a: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5F5F5"/>
                </a:solidFill>
              </a:defRPr>
            </a:pPr>
            <a:r>
              <a:t>• $750K seed to reach 18-month runway</a:t>
            </a:r>
          </a:p>
          <a:p>
            <a:pPr>
              <a:spcAft>
                <a:spcPts val="800"/>
              </a:spcAft>
              <a:defRPr sz="1800">
                <a:solidFill>
                  <a:srgbClr val="F5F5F5"/>
                </a:solidFill>
              </a:defRPr>
            </a:pPr>
            <a:r>
              <a:t>• Build: 2 engineers, 1 growth, AI infra</a:t>
            </a:r>
          </a:p>
          <a:p>
            <a:pPr>
              <a:spcAft>
                <a:spcPts val="800"/>
              </a:spcAft>
              <a:defRPr sz="1800">
                <a:solidFill>
                  <a:srgbClr val="F5F5F5"/>
                </a:solidFill>
              </a:defRPr>
            </a:pPr>
            <a:r>
              <a:t>• Target: $50K MRR by Month 12</a:t>
            </a:r>
          </a:p>
          <a:p>
            <a:pPr>
              <a:spcAft>
                <a:spcPts val="800"/>
              </a:spcAft>
              <a:defRPr sz="1800">
                <a:solidFill>
                  <a:srgbClr val="F5F5F5"/>
                </a:solidFill>
              </a:defRPr>
            </a:pPr>
            <a:r>
              <a:t>• Contact: [your contact]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>
                <a:solidFill>
                  <a:srgbClr val="4FFFDF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888888"/>
                </a:solidFill>
              </a:defRPr>
            </a:pPr>
            <a:r>
              <a:t>Launchpad — AI Event Generation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